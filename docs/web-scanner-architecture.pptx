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What one homepage actually requests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captured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image</c:v>
                  </c:pt>
                  <c:pt idx="1">
                    <c:v>xhr</c:v>
                  </c:pt>
                  <c:pt idx="2">
                    <c:v>document</c:v>
                  </c:pt>
                  <c:pt idx="3">
                    <c:v>script</c:v>
                  </c:pt>
                  <c:pt idx="4">
                    <c:v>font</c:v>
                  </c:pt>
                  <c:pt idx="5">
                    <c:v>stylesheet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10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3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0"/>
        <c:axPos val="b"/>
        <c:majorGridlines>
          <c:spPr>
            <a:ln w="12700" cap="flat">
              <a:solidFill>
                <a:srgbClr val="2640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3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E3D"/>
        </a:solidFill>
        <a:ln>
          <a:noFill/>
        </a:ln>
        <a:effectLst/>
      </c:spPr>
    </c:plotArea>
    <c:plotVisOnly val="1"/>
    <c:dispBlanksAs val="span"/>
  </c:chart>
  <c:spPr>
    <a:solidFill>
      <a:srgbClr val="0F1E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the web scanner only. The code scanner is a separate pipeline and is deliberately kept separate. Every number in this deck was measured,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tags were 10 percent of the network activity. Everything else, the beacons, the XHR calls, the pixel images and the iframes, carries data off site without ever becoming a script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matters. Everything left of the rules engine collects evidence and makes no judgement. The rules engine is where a verdict is decided, deterministically, and only then does the AI layer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Tested: localhost, 10/8, 192.168/16, 172.16/12, ::1, the metadata address, and a public hostname that resolves to loopback.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code against the same site previously returned one page and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python.org all three cookies were set before any consent interaction, and one was third party.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clicking is a deliberate choice. Clicking accept would change the state we are trying to measure, and clicking anything on a third party site is not ours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Fetches are capped at 16 with concurrency 4 and a 10 second timeout, so probing stays polite.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Curl with our user agent got HTTP 200 from this site, but the headless browser was refused. Rather than guess, the scanner reports what happened and declines to score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renormalised across applicable rules only, so a web-only scan is not capped below 100 by rules it cannot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results are from the current build. Nothing here is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the open items is the point. A compliance tool that overstates its own coverage has the same defect it exists to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separation. It is the answer to the trust question a regulator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574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Scanner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Evidence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URL becomes a DPDP compliance verdict, and what the scanner refuses to guess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 Self-Check  |  Cyber Kavach Challenge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0" y="2057400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1B3A63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2267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9212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92124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checks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3822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92124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hosts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FOUND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were reading script tags. Tracking does not live there.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806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snapshotted the DOM at domcontentloaded and read script[src]. On a real site that runs before the tag manager injects anything, before a cookie is written, and before a client rendered page has any links.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440 KB homepage produced zero links, zero cookies, zero trackers.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61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on python.org were script tags.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55 were invisible to us.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5120" y="137160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URL in, one evidence object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329184" cy="329184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guard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scheme, DNS,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ranges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22576" y="2139696"/>
            <a:ext cx="109728" cy="164592"/>
          </a:xfrm>
          <a:prstGeom prst="rightArrow">
            <a:avLst/>
          </a:prstGeom>
          <a:solidFill>
            <a:srgbClr val="DCE6F2"/>
          </a:solidFill>
          <a:ln/>
        </p:spPr>
      </p:sp>
      <p:sp>
        <p:nvSpPr>
          <p:cNvPr id="10" name="Shape 8"/>
          <p:cNvSpPr/>
          <p:nvPr/>
        </p:nvSpPr>
        <p:spPr>
          <a:xfrm>
            <a:off x="2441448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9464" y="1609344"/>
            <a:ext cx="329184" cy="329184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69464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69464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session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9464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 attached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first nav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15384" y="2139696"/>
            <a:ext cx="109728" cy="164592"/>
          </a:xfrm>
          <a:prstGeom prst="rightArrow">
            <a:avLst/>
          </a:prstGeom>
          <a:solidFill>
            <a:srgbClr val="DCE6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334256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2272" y="1609344"/>
            <a:ext cx="329184" cy="329184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62272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settle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8s cap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+1.2s settle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2139696"/>
            <a:ext cx="109728" cy="164592"/>
          </a:xfrm>
          <a:prstGeom prst="rightArrow">
            <a:avLst/>
          </a:prstGeom>
          <a:solidFill>
            <a:srgbClr val="DCE6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7064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609344"/>
            <a:ext cx="329184" cy="329184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 reads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consent,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banner, cookies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2139696"/>
            <a:ext cx="109728" cy="164592"/>
          </a:xfrm>
          <a:prstGeom prst="rightArrow">
            <a:avLst/>
          </a:prstGeom>
          <a:solidFill>
            <a:srgbClr val="DCE6F2"/>
          </a:solidFill>
          <a:ln/>
        </p:spPr>
      </p:sp>
      <p:sp>
        <p:nvSpPr>
          <p:cNvPr id="28" name="Shape 26"/>
          <p:cNvSpPr/>
          <p:nvPr/>
        </p:nvSpPr>
        <p:spPr>
          <a:xfrm>
            <a:off x="8119872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7888" y="1609344"/>
            <a:ext cx="329184" cy="329184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4788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discovery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+ 11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paths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93808" y="2139696"/>
            <a:ext cx="109728" cy="164592"/>
          </a:xfrm>
          <a:prstGeom prst="rightArrow">
            <a:avLst/>
          </a:prstGeom>
          <a:solidFill>
            <a:srgbClr val="DCE6F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12680" y="1481328"/>
            <a:ext cx="1764792" cy="1481328"/>
          </a:xfrm>
          <a:prstGeom prst="roundRect">
            <a:avLst>
              <a:gd name="adj" fmla="val 493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0696" y="1609344"/>
            <a:ext cx="329184" cy="32918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40696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0696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integrity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23225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blocked? thin?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challenged?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310128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0F1E3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WebScanResult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380390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network_requests  ·  cookies  ·  forms  ·  consent_banner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policy_documents  ·  sensitive_fields  ·  crawl_blocked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3310128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47688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 read time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647688" y="38039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trackers_before_consent   cookies_before_consent   third_party_hosts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4828032"/>
            <a:ext cx="201168" cy="274320"/>
          </a:xfrm>
          <a:prstGeom prst="downArrow">
            <a:avLst/>
          </a:prstGeom>
          <a:solidFill>
            <a:srgbClr val="DCE6F2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9808" y="5321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2423160" y="5321808"/>
            <a:ext cx="9006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deterministic web checks across Notice, Consent, Children, Security, Rights and Board readiness. The scanner never decides compliance; it only reports what it saw.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scanner fetches a URL a stranger supplied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instance that will fetch any URL is an SSRF proxy into its own network. The guard resolves the hostname first, because a public name is free to point at 127.0.0.1.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358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scheme other than http or https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loopback, reserved and multicast addresses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169.254.0.0/16, which is cloud instance metadata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metadata.google.internal and friends, by name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F1E3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5727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exception, and why it is off by default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2402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a self-check. Scanning your own application on localhost is the main use, and the guard blocked exactly that.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ALLOW_PRIVATE_SCAN_TARGETS opens it. A hosted deployment leaves it off. Scheme checks and the metadata denylist still apply when it is on, because nobody enables a local self-check in order to read instance credentials.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happens before the decision. A public hostname that resolves to loopback is still refused.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AND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page at 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before navigating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26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recorder is wired to the page before the first goto. A tracker firing during the initial load is the finding, so the listener has to exist before there is anything to hear.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719072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network, not the parser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926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domcontentloaded fires too early. The load waits for network idle with an 8 second cap, because plenty of real pages hold a socket open forever and would never go idle.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50876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719072"/>
            <a:ext cx="384048" cy="384048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wait a beat longer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26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injected by a tag manager land just after idle. A 1.2 second settle delay catches them. Without it the highest value evidence arrives after the snapshot.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E3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590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python.org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504688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04688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077456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hosts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650224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650224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222992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54s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22992" y="4992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4, THE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must precede processing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6(1) requires consent before processing. A third-party tracker that has already fired cannot have been consented to. That single sentence is the most load-bearing web finding the tool produces.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1B3A63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recorded 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         host          resource_type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      is_third_party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tracker_category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before_consent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34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load with nobody clicking anything is the default scan, so everything is before_consent until something explicitly says otherwise.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hosts, five 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1847088"/>
            <a:ext cx="5074920" cy="512064"/>
          </a:xfrm>
          <a:prstGeom prst="roundRect">
            <a:avLst>
              <a:gd name="adj" fmla="val 10714"/>
            </a:avLst>
          </a:prstGeom>
          <a:solidFill>
            <a:srgbClr val="1B3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8470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8470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google-analytics, mixpanel, clarity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2468880"/>
            <a:ext cx="5074920" cy="512064"/>
          </a:xfrm>
          <a:prstGeom prst="roundRect">
            <a:avLst>
              <a:gd name="adj" fmla="val 10714"/>
            </a:avLst>
          </a:prstGeom>
          <a:solidFill>
            <a:srgbClr val="1B3A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4688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4688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doubleclick, criteo, taboola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090672"/>
            <a:ext cx="5074920" cy="512064"/>
          </a:xfrm>
          <a:prstGeom prst="roundRect">
            <a:avLst>
              <a:gd name="adj" fmla="val 10714"/>
            </a:avLst>
          </a:prstGeom>
          <a:solidFill>
            <a:srgbClr val="1B3A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0906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090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connect.facebook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3712464"/>
            <a:ext cx="5074920" cy="512064"/>
          </a:xfrm>
          <a:prstGeom prst="roundRect">
            <a:avLst>
              <a:gd name="adj" fmla="val 10714"/>
            </a:avLst>
          </a:prstGeom>
          <a:solidFill>
            <a:srgbClr val="1B3A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371246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7124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hotjar, session recorders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334256"/>
            <a:ext cx="5074920" cy="512064"/>
          </a:xfrm>
          <a:prstGeom prst="roundRect">
            <a:avLst>
              <a:gd name="adj" fmla="val 10714"/>
            </a:avLst>
          </a:prstGeom>
          <a:solidFill>
            <a:srgbClr val="1B3A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334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tag_manager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3342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googletagmanager, segment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07492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get the same treatment: 106 known names, 36 prefixes and 15 substrings map to necessary, analytics, advertising or unknown. An unclassified cookie is counted, not excused.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4, CONTINUED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Refusing has to be as easy as accepting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banner with a prominent Accept and a buried Reject is the most common consent pattern on the Indian web. Section 6 requires withdrawal to be as easy as giving consent was, so the scanner records the shape of the banner, not merely its presence.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banner was found at all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644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has_accept / has_reject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3264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so asymmetry is visible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3133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has_granular_options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purpose choice, not all or nothing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98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has_manage_link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4398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to change the decision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blocks_page_until_choice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4965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refusal is even possible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detected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0116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container selectors covering the common consent platforms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accept labels and 22 reject labels, matched on visible text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manage or preferences labels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known consent manager hosts, so a CMP request is not mistaken for a tracker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977640"/>
            <a:ext cx="4754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4160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does not click the banner. The default scan is a cold read only load, because what fires with no interaction is exactly the state the Act asks about.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nobody links to is still a policy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links alone under-reports. Plenty of sites carry a privacy notice that the homepage never links, and a competitor scan of the same site reported no accessible policy at all. The scanner looks both ways.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link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link keywords, plus whether the link sits in the footer only, which decides the before-collection check.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5603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known path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3108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conventional paths probed politely: /privacy, /privacy-policy, /cookie-policy, /grievance, /terms and the rest.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0F1E3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records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0116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              privacy, cookie, grievance,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children, terms, refund, security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reachable          it actually answered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discovered_via     link or well_known_path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word_count         a 12 word stub is not a notice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in_footer_only     decides Rule 3 timing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023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DPO and grievance officer contact is then extracted from that policy text, which is what Rule 9 requires to be published.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python.org the privacy notice was found both ways; cookie, grievance and terms policies only by path.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6, THE ONE THAT MATTERS MOST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we cannot see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thing a compliance scanner can do is report a clean result because it was turned away. A missing finding is a risk nobody knows they carry.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401, 403, 406, 407, 429 or 451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challenge and bot wall markers, trusted only on a short body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rendered document under 200 characters of text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sets crawl_blocked and writes a note.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rule checks then return not_applicable. Never a pass, never a violation.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B3A63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output, cricbuzz.com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0116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"Coverage is not reliable because the site answered HTTP 403, and the response reads like a challenge or refusal page ('access denied'), and the rendered document held only 198 characters of text.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trackers, cookies or forms in this result is therefore not evidence that the site has none."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EVIDENCE TO VERDICT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web checks, each tied to a provision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4813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s.5 · rule 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4813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reachable, before collection, grievance contact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396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39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1396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139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s.6, s.7 · rule 3, 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3969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shape, granularity, no tracker before consent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98064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980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798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27980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27980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s.9 · rule 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79806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gate, no behavioural tracking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5643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4564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4564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456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s.8(4), s.8(5) · rule 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45643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baseline headers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1148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114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703320" y="41148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s.11 to s.14 · rule 14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1148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correction, erasure, nomination, grievance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77316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7731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47731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readiness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08960" y="47731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703320" y="4773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s.13, s.27 · rule 9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477316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intake exists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F1E3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Breach, impact assessment, audit trail and retention stay not_applicable on a web scan. A crawl genuinely cannot see them, and scoring them zero would misreport the grade.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ESTIMATED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live sites, two honest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python.org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60520" y="1700784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2E8B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7007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crawled in 54 seconds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requests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816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at network level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38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third-party hosts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4381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ads, error reporting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599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cookies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 before any consent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policy kinds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681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link, three by path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481328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481328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cricbuzz.com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104120" y="1700784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E07A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04120" y="1700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24028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to the headless browser. A challenge page, 198 characters of text.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reports zero trackers and says, in the same breath, that zero is not a finding here.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with the same user agent got 200. We do not pretend that difference away.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clean bill of health for a site we could not read would be the single most damaging thing this tool could do.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proven, and what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 tests passing across the whole backend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scans against two real sites, both behaviours confirmed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Tracker, cookie and banner classification exercised against local fixtures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Blocked-crawl path produces a correct refusal rather than a clean result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guard tested against loopback, private ranges and metadata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50876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CE6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76272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discovery returns duplicate entries for the same kind, cosmetic but visible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that blocks headless browsers cannot be scanned at all today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state after accepting is modelled but not exercised, by design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target is built and not yet tuned to its intended B grade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scanner is a separate pipeline and is intentionally not covered in this deck.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scanner collects.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concludes.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judgement lives in the rules engine, as a pure function over evidence. That is what lets any verdict be recomputed by hand from the checks that produced it, and it is why the AI layer can explain a finding without ever being able to change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214884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B3A63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checks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469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hosts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469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signatures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Scanner Architecture</dc:title>
  <dc:subject>PptxGenJS Presentation</dc:subject>
  <dc:creator>DPDPA Reviewer</dc:creator>
  <cp:lastModifiedBy>DPDPA Reviewer</cp:lastModifiedBy>
  <cp:revision>1</cp:revision>
  <dcterms:created xsi:type="dcterms:W3CDTF">2026-09-26T11:51:41Z</dcterms:created>
  <dcterms:modified xsi:type="dcterms:W3CDTF">2026-09-26T11:51:41Z</dcterms:modified>
</cp:coreProperties>
</file>